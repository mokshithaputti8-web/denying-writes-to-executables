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2EF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EF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2EF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EF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7015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91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OPERATING SYSTEMS PROJECT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59430"/>
            <a:ext cx="108833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2EF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Denying Writes to Executables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057650"/>
            <a:ext cx="1137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9C5B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Linux answers “Text file busy” (ETXTBSY) when you open a running program for writing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rule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10566400" cy="863600"/>
          </a:xfrm>
          <a:prstGeom prst="roundRect">
            <a:avLst>
              <a:gd name="adj" fmla="val 11765"/>
            </a:avLst>
          </a:prstGeom>
          <a:solidFill>
            <a:srgbClr val="14202B"/>
          </a:solidFill>
          <a:ln/>
        </p:spPr>
        <p:txBody>
          <a:bodyPr wrap="square" lIns="224242" tIns="224242" rIns="0" bIns="198842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0914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open("./prog", O_WRONLY) → -1, errno = ETXTBSY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5975" y="2792095"/>
            <a:ext cx="5175250" cy="1684655"/>
          </a:xfrm>
          <a:prstGeom prst="roundRect">
            <a:avLst>
              <a:gd name="adj" fmla="val 5842"/>
            </a:avLst>
          </a:prstGeom>
          <a:solidFill>
            <a:srgbClr val="FBFAF6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3048000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880" y="3449320"/>
            <a:ext cx="480334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While a binary is running, the kernel refuses any write-mode open() of that file.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2792095"/>
            <a:ext cx="5175250" cy="1684655"/>
          </a:xfrm>
          <a:prstGeom prst="roundRect">
            <a:avLst>
              <a:gd name="adj" fmla="val 5842"/>
            </a:avLst>
          </a:prstGeom>
          <a:solidFill>
            <a:srgbClr val="FBFAF6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6680" y="3048000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6680" y="3449320"/>
            <a:ext cx="480334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CPU is executing those bytes. Changing them mid-run would corrupt the process and destabilise the system.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Six demos, six course outcomes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0680"/>
          <a:ext cx="10556240" cy="287147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Outcome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4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Demo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4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Key calls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4CB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CO1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Kernel protection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readlink, open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CO2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Process control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fork, execve, waitpid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CO3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IPC and signals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pipe, sigaction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CO4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Virtual memory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mmap, /proc/self/maps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CO5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File system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stat, lseek, rename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CO6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Thread synchronisation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6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pthread, sem_*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F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happens on open()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0"/>
            <a:ext cx="2146300" cy="1259840"/>
          </a:xfrm>
          <a:prstGeom prst="roundRect">
            <a:avLst>
              <a:gd name="adj" fmla="val 8065"/>
            </a:avLst>
          </a:prstGeom>
          <a:solidFill>
            <a:srgbClr val="22323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823720"/>
            <a:ext cx="179209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91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space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2143761"/>
            <a:ext cx="179209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open(path, O_WRONLY)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11500" y="2001520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091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19500" y="1753870"/>
            <a:ext cx="2146300" cy="993140"/>
          </a:xfrm>
          <a:prstGeom prst="roundRect">
            <a:avLst>
              <a:gd name="adj" fmla="val 10230"/>
            </a:avLst>
          </a:prstGeom>
          <a:solidFill>
            <a:srgbClr val="22323F"/>
          </a:solidFill>
          <a:ln/>
        </p:spPr>
      </p:sp>
      <p:sp>
        <p:nvSpPr>
          <p:cNvPr id="8" name="Text 6"/>
          <p:cNvSpPr/>
          <p:nvPr/>
        </p:nvSpPr>
        <p:spPr>
          <a:xfrm>
            <a:off x="3822700" y="1957070"/>
            <a:ext cx="179209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91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Kernel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22700" y="2277111"/>
            <a:ext cx="17920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call traps 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18200" y="2001520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091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26200" y="1620520"/>
            <a:ext cx="2146300" cy="1259840"/>
          </a:xfrm>
          <a:prstGeom prst="roundRect">
            <a:avLst>
              <a:gd name="adj" fmla="val 8065"/>
            </a:avLst>
          </a:prstGeom>
          <a:solidFill>
            <a:srgbClr val="22323F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823720"/>
            <a:ext cx="179209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91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143761"/>
            <a:ext cx="179209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is running code?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24900" y="2001520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091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232900" y="1753870"/>
            <a:ext cx="2146300" cy="993140"/>
          </a:xfrm>
          <a:prstGeom prst="roundRect">
            <a:avLst>
              <a:gd name="adj" fmla="val 10230"/>
            </a:avLst>
          </a:prstGeom>
          <a:solidFill>
            <a:srgbClr val="22323F"/>
          </a:solidFill>
          <a:ln/>
        </p:spPr>
      </p:sp>
      <p:sp>
        <p:nvSpPr>
          <p:cNvPr id="16" name="Text 14"/>
          <p:cNvSpPr/>
          <p:nvPr/>
        </p:nvSpPr>
        <p:spPr>
          <a:xfrm>
            <a:off x="9436100" y="1957070"/>
            <a:ext cx="179209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91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36100" y="2277111"/>
            <a:ext cx="17920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-1 and ETXTBSY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3185161"/>
            <a:ext cx="108833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9C5B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Nothing is ever written. Each demo only attempts the open, then closes the descriptor.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CO2 to CO4: processes, signals, memory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3380264" cy="1941830"/>
          </a:xfrm>
          <a:prstGeom prst="roundRect">
            <a:avLst>
              <a:gd name="adj" fmla="val 5069"/>
            </a:avLst>
          </a:prstGeom>
          <a:solidFill>
            <a:srgbClr val="FBFAF6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7960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CO2 Process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280921"/>
            <a:ext cx="295450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fork, exec, wait. The parent is denied while the child runs target_program.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623696"/>
            <a:ext cx="3380343" cy="1941830"/>
          </a:xfrm>
          <a:prstGeom prst="roundRect">
            <a:avLst>
              <a:gd name="adj" fmla="val 5069"/>
            </a:avLst>
          </a:prstGeom>
          <a:solidFill>
            <a:srgbClr val="FBFAF6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8796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CO3 IPC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694" y="2280921"/>
            <a:ext cx="2954589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Child sends READY through a pipe. SIGCHLD tells the parent when it exits.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623696"/>
            <a:ext cx="3380343" cy="1941830"/>
          </a:xfrm>
          <a:prstGeom prst="roundRect">
            <a:avLst>
              <a:gd name="adj" fmla="val 5069"/>
            </a:avLst>
          </a:prstGeom>
          <a:solidFill>
            <a:srgbClr val="FBFAF6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8796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CO4 Memory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587" y="2280921"/>
            <a:ext cx="2954589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pages are r-xp. A write causes a page fault and SIGSEGV. Private mappings are copy-on-write.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CO5 and CO6: files and threads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75250" cy="1941830"/>
          </a:xfrm>
          <a:prstGeom prst="roundRect">
            <a:avLst>
              <a:gd name="adj" fmla="val 5069"/>
            </a:avLst>
          </a:prstGeom>
          <a:solidFill>
            <a:srgbClr val="FBFAF6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79600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CO5 File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280921"/>
            <a:ext cx="480334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is denied while the program runs and allowed after it exits. Safe update: write a new file, then rename() it into place for a new inode.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6"/>
            <a:ext cx="5175250" cy="1941830"/>
          </a:xfrm>
          <a:prstGeom prst="roundRect">
            <a:avLst>
              <a:gd name="adj" fmla="val 5069"/>
            </a:avLst>
          </a:prstGeom>
          <a:solidFill>
            <a:srgbClr val="FBFAF6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879600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CO6 Threads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6680" y="2280921"/>
            <a:ext cx="4803343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6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unsynchronised counter can lose updates; the mutex version is always correct. Threads are denied concurrently. Semaphore and condition variable included.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F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Try it on Ubuntu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10566400" cy="1564640"/>
          </a:xfrm>
          <a:prstGeom prst="roundRect">
            <a:avLst>
              <a:gd name="adj" fmla="val 6494"/>
            </a:avLst>
          </a:prstGeom>
          <a:solidFill>
            <a:srgbClr val="0D151C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521"/>
            <a:ext cx="1036015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0914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sudo apt install -y build-essential gdb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2260600"/>
            <a:ext cx="1036015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0914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make &amp;&amp; make run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646682"/>
            <a:ext cx="1036015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0914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strace -e trace=openat ./CO1_Kernel_Protection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489961"/>
            <a:ext cx="108833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9C5B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WSL users: keep the project in the Linux file system, not under /mnt/c, or ETXTBSY may not appear.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nying Writes to Executables">
  <a:themeElements>
    <a:clrScheme name="Denying Writes to Executables">
      <a:dk1>
        <a:srgbClr val="14202B"/>
      </a:dk1>
      <a:lt1>
        <a:srgbClr val="F2EFE8"/>
      </a:lt1>
      <a:dk2>
        <a:srgbClr val="2A353E"/>
      </a:dk2>
      <a:lt2>
        <a:srgbClr val="BBBBB9"/>
      </a:lt2>
      <a:accent1>
        <a:srgbClr val="F0914F"/>
      </a:accent1>
      <a:accent2>
        <a:srgbClr val="C9C5BA"/>
      </a:accent2>
      <a:accent3>
        <a:srgbClr val="9AA0A6"/>
      </a:accent3>
      <a:accent4>
        <a:srgbClr val="999C9C"/>
      </a:accent4>
      <a:accent5>
        <a:srgbClr val="787D80"/>
      </a:accent5>
      <a:accent6>
        <a:srgbClr val="575E64"/>
      </a:accent6>
      <a:hlink>
        <a:srgbClr val="0563C1"/>
      </a:hlink>
      <a:folHlink>
        <a:srgbClr val="954F72"/>
      </a:folHlink>
    </a:clrScheme>
    <a:fontScheme name="Denying Writes to Executables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Denying Writes to Executables</dc:title>
  <dc:subject/>
  <dc:creator/>
  <cp:lastModifiedBy/>
  <cp:revision>1</cp:revision>
  <dcterms:created xsi:type="dcterms:W3CDTF">2026-10-24T12:00:30Z</dcterms:created>
  <dcterms:modified xsi:type="dcterms:W3CDTF">2026-10-24T12:00:30Z</dcterms:modified>
</cp:coreProperties>
</file>